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73B43-C8C8-9B12-313B-ADEF72B39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26DF8-5DB2-D8DA-F5E4-F38983E46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6B5F4-5404-19FB-F310-D22462295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4AE-BA85-45E8-9775-49F896CD8C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E4549-BEDF-50D3-B89E-0B7ECBFA5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AF462-AA4C-4E16-6734-F0E0328FB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E372-7B07-4081-BC21-387CA5FB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42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F7997-0949-2B5C-0C9D-32E3B57AB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7C468-2EB6-041D-9708-FB81D361D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4C9D7-6E44-14E6-0369-5C3263A5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4AE-BA85-45E8-9775-49F896CD8C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54E27-592B-2873-1A68-CA2A0D67D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F657D-7D0B-8D7E-D2C0-DA1B2026E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E372-7B07-4081-BC21-387CA5FB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273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FDEF-091E-59B3-078F-1ADA54A93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F6BEA-A63B-1C23-36D7-5BE8A22BD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1C249-EDC2-689E-E6AA-4D75E6491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4AE-BA85-45E8-9775-49F896CD8C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7A0B8-2861-FE46-7499-13B8CBF9A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9C088-216A-8D30-4740-9AF4C962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E372-7B07-4081-BC21-387CA5FB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09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CEA23-0C73-EA64-98D2-6474B71B7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AA0C9-14EB-73B4-8821-C1C85A5DE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6CB6B-42C4-6DBF-1614-BD2DA8E8E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224CF-F4FE-87A0-482B-DC7B36D19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4AE-BA85-45E8-9775-49F896CD8C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CF309-CB48-AA05-05C9-889C7EA2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4BE64-C2D4-C00B-A7F5-C00E4C594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E372-7B07-4081-BC21-387CA5FB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81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5D70-0F48-5102-152D-B7F300E7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49F00-4D03-38D2-4FCD-48CD77F6D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E17A8-26F4-2DE3-0D48-2F2A09F96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BF248-28CE-8221-732E-99D8F40037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DCB699-8854-577A-B3DB-5CB67AD321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223DC6-6AD5-AD15-F328-E764F503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4AE-BA85-45E8-9775-49F896CD8C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93F769-AED5-099C-0981-50F5AF679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A3C54A-B74C-67AA-9D0F-D313F1E29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E372-7B07-4081-BC21-387CA5FB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57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A76D1-E64B-E85C-583D-F2B077C0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7D75D9-366E-CD9A-428C-435564DF9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4AE-BA85-45E8-9775-49F896CD8C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3A75D-2DF8-59ED-C8DC-C3C566A61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888FA1-52FC-FB16-5E4C-95D895347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E372-7B07-4081-BC21-387CA5FB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42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5AC303-12E1-560C-87F3-92A1D355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4AE-BA85-45E8-9775-49F896CD8C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726779-021D-8B7F-C180-D9F5B115E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B1575-E1EE-5BAE-8055-83E036A9F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E372-7B07-4081-BC21-387CA5FB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87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3EC07-0714-EEFA-E5D8-F49FDEF06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3A23D-2B3A-F91B-FE15-265CA5E35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C7447-8D01-5E3A-1370-AC64B2C61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97509-E0C7-D48A-F6C0-5FC5218D9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4AE-BA85-45E8-9775-49F896CD8C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C1417-0315-A6E9-3AF2-2E6F4CA4B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83378-B5BE-2582-2665-EDA12E50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E372-7B07-4081-BC21-387CA5FB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87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A206E-D8C3-9648-AF8E-04AB5FFA2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CA2AF3-BAF9-0ED0-B127-ED32392F66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AE0E4-7AAF-4D7F-4B32-D6FBAB543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87165-9CF3-1E49-0CA3-AFF2C901C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4AE-BA85-45E8-9775-49F896CD8C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FCC91-FD81-C510-FA74-BD9198622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37EA8-93AE-0BD4-99AC-96285C8EF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E372-7B07-4081-BC21-387CA5FB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46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6333E-2AC5-D23C-83F2-DA3DB84F6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EDCD3F-3C24-43AD-D3EE-2A7575BCC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723A8-D127-9A32-AF4E-94AA8E09B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4AE-BA85-45E8-9775-49F896CD8C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3349F-58B0-BC10-8B11-13A5A0A75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618D1-316B-2491-16D8-CFE12A1B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E372-7B07-4081-BC21-387CA5FB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4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218067-5E96-51B3-89E5-8A3087FC99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EC5D1-0699-0133-FBE7-9AFFF84F0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4C422-22B2-EA65-E327-6C6C0561D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4AE-BA85-45E8-9775-49F896CD8C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E2192-3680-A69F-4A2F-A9C5DEF8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F79F6-37DC-84EB-35A6-A07F5A25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E372-7B07-4081-BC21-387CA5FB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21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F21C7-81C6-1D16-324C-A16469AFE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2A881-DE0B-9BC6-0198-12390B049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E6C67-1D6A-FF20-4E0B-74CDF5E89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264AE-BA85-45E8-9775-49F896CD8C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BCCC7-F11B-D84D-11D9-5FED34A03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6494D-C2C1-CE73-4A6E-D788ACDE2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8E372-7B07-4081-BC21-387CA5FB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09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11D795E-2366-D905-4ABC-3EE0E890F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93" y="758190"/>
            <a:ext cx="10054814" cy="534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74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08233-32D8-A491-5F6A-8EDA4456F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55CC835-6BC4-328D-AE5A-9468611A706F}"/>
              </a:ext>
            </a:extLst>
          </p:cNvPr>
          <p:cNvSpPr txBox="1"/>
          <p:nvPr/>
        </p:nvSpPr>
        <p:spPr>
          <a:xfrm>
            <a:off x="640080" y="383458"/>
            <a:ext cx="1110996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Crear Edificio</a:t>
            </a:r>
          </a:p>
          <a:p>
            <a:r>
              <a:rPr lang="es-CO" sz="1400" dirty="0"/>
              <a:t>Un conjunto residencial puede contar con varias torres de diferentes alturas. Torre 1 – 17 Pisos con un total de 6 Unidades por piso, Torre 2 – 23 Pisos con un total de 138 unidades y torre 3, mismo tamaño de torre 2. En total son 3 torres con 378 unidades de apartamentos. </a:t>
            </a: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C8A091-80AF-6628-1816-B9E71B6FE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868" y="1544402"/>
            <a:ext cx="9280264" cy="493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267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7B9C9-C2D2-ADDC-30CA-ACF59A104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353B59-FD78-F2E0-EEB2-8392C2FD7C92}"/>
              </a:ext>
            </a:extLst>
          </p:cNvPr>
          <p:cNvSpPr txBox="1"/>
          <p:nvPr/>
        </p:nvSpPr>
        <p:spPr>
          <a:xfrm>
            <a:off x="640080" y="383458"/>
            <a:ext cx="11109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Creación de Administrador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5B0C592-A290-47D6-9678-8716910AB792}"/>
              </a:ext>
            </a:extLst>
          </p:cNvPr>
          <p:cNvGrpSpPr/>
          <p:nvPr/>
        </p:nvGrpSpPr>
        <p:grpSpPr>
          <a:xfrm>
            <a:off x="1211580" y="1135380"/>
            <a:ext cx="9768840" cy="5158740"/>
            <a:chOff x="0" y="190500"/>
            <a:chExt cx="12192000" cy="6477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FAAD948-9236-85DB-ACC3-899D5B623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90500"/>
              <a:ext cx="12192000" cy="6477000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1EA1740-0978-1C0C-97D2-667C0325EBC8}"/>
                </a:ext>
              </a:extLst>
            </p:cNvPr>
            <p:cNvSpPr/>
            <p:nvPr/>
          </p:nvSpPr>
          <p:spPr>
            <a:xfrm>
              <a:off x="2118360" y="4495800"/>
              <a:ext cx="9951720" cy="51816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00579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2498D2-6D3B-BB67-18A8-FCA1B1AB5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860" y="1535829"/>
            <a:ext cx="9296400" cy="49387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EEE128-6155-0057-571C-32214BC21667}"/>
              </a:ext>
            </a:extLst>
          </p:cNvPr>
          <p:cNvSpPr txBox="1"/>
          <p:nvPr/>
        </p:nvSpPr>
        <p:spPr>
          <a:xfrm>
            <a:off x="640080" y="383458"/>
            <a:ext cx="1110996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Asignar Proveedores</a:t>
            </a:r>
          </a:p>
          <a:p>
            <a:r>
              <a:rPr lang="es-CO" sz="1400" dirty="0"/>
              <a:t>Si ya cree un conjunto debería poder agrupar los proveedores por Conjunto y no por torre. Un conjunto agrupa torres y los servicios se le dan al conjunto.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50320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F579B6-3244-B18C-5D56-7BA74BD3A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524" y="956310"/>
            <a:ext cx="9308951" cy="494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16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1A501-08FD-6741-64FC-FA2C8D4AE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5EA123-3538-8015-EA3F-D425F72CB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422320"/>
            <a:ext cx="9677400" cy="5141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41EB09-7710-0BA8-FF0D-5FFD31E0A6DA}"/>
              </a:ext>
            </a:extLst>
          </p:cNvPr>
          <p:cNvSpPr txBox="1"/>
          <p:nvPr/>
        </p:nvSpPr>
        <p:spPr>
          <a:xfrm>
            <a:off x="640080" y="383458"/>
            <a:ext cx="11109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Role de Administrador</a:t>
            </a:r>
          </a:p>
          <a:p>
            <a:r>
              <a:rPr lang="es-CO" sz="1400" dirty="0"/>
              <a:t>Control sobre las torres San Rafael. La base debería contar con el detalle del conjunto ya asociado.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333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2516EA-5948-9615-EB5F-6B1AD22E5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083" y="1561631"/>
            <a:ext cx="9247833" cy="4912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15112C-2160-81D9-B636-DBD5D7E01419}"/>
              </a:ext>
            </a:extLst>
          </p:cNvPr>
          <p:cNvSpPr txBox="1"/>
          <p:nvPr/>
        </p:nvSpPr>
        <p:spPr>
          <a:xfrm>
            <a:off x="640080" y="383458"/>
            <a:ext cx="11109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Creación de Residentes</a:t>
            </a:r>
          </a:p>
          <a:p>
            <a:r>
              <a:rPr lang="es-CO" sz="1400" dirty="0"/>
              <a:t>No permite crear residentes, dice que lo crea pero no me deja ingresar luego.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92011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C48BAF-9CAC-931F-4213-F023A410E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89" y="388013"/>
            <a:ext cx="11448422" cy="608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393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136</Words>
  <Application>Microsoft Office PowerPoint</Application>
  <PresentationFormat>Widescreen</PresentationFormat>
  <Paragraphs>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FUXION Myriam-Oskar</dc:creator>
  <cp:lastModifiedBy>FUXION Myriam-Oskar</cp:lastModifiedBy>
  <cp:revision>3</cp:revision>
  <dcterms:created xsi:type="dcterms:W3CDTF">2026-05-03T01:40:56Z</dcterms:created>
  <dcterms:modified xsi:type="dcterms:W3CDTF">2026-05-03T02:21:05Z</dcterms:modified>
</cp:coreProperties>
</file>